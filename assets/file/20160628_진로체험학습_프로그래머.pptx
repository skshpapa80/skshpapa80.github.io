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57" r:id="rId4"/>
    <p:sldId id="273" r:id="rId5"/>
    <p:sldId id="265" r:id="rId6"/>
    <p:sldId id="266" r:id="rId7"/>
    <p:sldId id="258" r:id="rId8"/>
    <p:sldId id="269" r:id="rId9"/>
    <p:sldId id="261" r:id="rId10"/>
    <p:sldId id="262" r:id="rId11"/>
    <p:sldId id="264" r:id="rId12"/>
    <p:sldId id="267" r:id="rId13"/>
    <p:sldId id="2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9CB8-F204-4D06-B913-C5A26A89888A}" type="datetimeFigureOut">
              <a:rPr lang="en-US" dirty="0"/>
              <a:t>7/5/2021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dirty="0"/>
              <a:t>7/5/2021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077B-A50F-4D64-8574-E2D6A98A5553}" type="datetimeFigureOut">
              <a:rPr lang="en-US" dirty="0"/>
              <a:t>7/5/2021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dirty="0"/>
              <a:t>7/5/2021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dirty="0"/>
              <a:t>7/5/2021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dirty="0"/>
              <a:t>7/5/2021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dirty="0"/>
              <a:t>7/5/2021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4271A48-F18A-45B3-BC05-1E27DA3F88AF}" type="datetimeFigureOut">
              <a:rPr lang="en-US" dirty="0"/>
              <a:t>7/5/2021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47F8-9654-4282-85D2-65F41AAE7A75}" type="datetimeFigureOut">
              <a:rPr lang="en-US" dirty="0"/>
              <a:t>7/5/2021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dirty="0"/>
              <a:t>7/5/2021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dirty="0"/>
              <a:t>7/5/2021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DC5B261-8843-42D1-AAFC-05E20E2D9B97}" type="datetimeFigureOut">
              <a:rPr lang="en-US" dirty="0"/>
              <a:t>7/5/2021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-entry.org/" TargetMode="External"/><Relationship Id="rId2" Type="http://schemas.openxmlformats.org/officeDocument/2006/relationships/hyperlink" Target="http://www.playsw.or.kr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play-entry.org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진로체험 학습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컴퓨터 프로그래머란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8687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altLang="ko-KR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 smtClean="0"/>
              <a:t>프로그램이란</a:t>
            </a:r>
            <a:r>
              <a:rPr lang="en-US" altLang="ko-KR" dirty="0" smtClean="0"/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dirty="0" smtClean="0"/>
              <a:t>프로그램을 만드는 프로그래머란</a:t>
            </a:r>
            <a:r>
              <a:rPr lang="en-US" altLang="ko-KR" dirty="0" smtClean="0"/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dirty="0" smtClean="0"/>
              <a:t>유명한 </a:t>
            </a:r>
            <a:r>
              <a:rPr lang="ko-KR" altLang="en-US" dirty="0"/>
              <a:t>컴퓨터 프로그래머들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 smtClean="0"/>
              <a:t>프로그래머가 되려면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 smtClean="0"/>
              <a:t>프로그램 </a:t>
            </a:r>
            <a:r>
              <a:rPr lang="ko-KR" altLang="en-US" dirty="0"/>
              <a:t>만들어보기 </a:t>
            </a:r>
            <a:r>
              <a:rPr lang="en-US" altLang="ko-KR" dirty="0"/>
              <a:t>– </a:t>
            </a:r>
            <a:r>
              <a:rPr lang="ko-KR" altLang="en-US" dirty="0" err="1"/>
              <a:t>엔트리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3840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컴퓨터란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- </a:t>
            </a:r>
            <a:r>
              <a:rPr lang="ko-KR" altLang="en-US" dirty="0" smtClean="0"/>
              <a:t>컴퓨터란 다양한 </a:t>
            </a:r>
            <a:r>
              <a:rPr lang="ko-KR" altLang="en-US" dirty="0"/>
              <a:t>작업을 처리해 주는 만능 </a:t>
            </a:r>
            <a:r>
              <a:rPr lang="ko-KR" altLang="en-US" dirty="0" smtClean="0"/>
              <a:t>기계</a:t>
            </a:r>
            <a:endParaRPr lang="en-US" altLang="ko-KR" dirty="0" smtClean="0"/>
          </a:p>
          <a:p>
            <a:r>
              <a:rPr lang="en-US" altLang="ko-KR" dirty="0" smtClean="0"/>
              <a:t>- </a:t>
            </a:r>
            <a:r>
              <a:rPr lang="ko-KR" altLang="en-US" dirty="0" err="1" smtClean="0"/>
              <a:t>여러가지</a:t>
            </a:r>
            <a:r>
              <a:rPr lang="ko-KR" altLang="en-US" dirty="0" smtClean="0"/>
              <a:t> 정보를 찾는 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문서를 작성하는 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게임 같이 즐거움을 찾는 일</a:t>
            </a:r>
            <a:r>
              <a:rPr lang="en-US" altLang="ko-KR" dirty="0" smtClean="0"/>
              <a:t> </a:t>
            </a:r>
            <a:r>
              <a:rPr lang="ko-KR" altLang="en-US" dirty="0" smtClean="0"/>
              <a:t>등 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컴퓨터로 할 수 있는 일은 다양하고 꼭 필요한 도구가 되었습니다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pic>
        <p:nvPicPr>
          <p:cNvPr id="1026" name="Picture 2" descr="http://cfile30.uf.tistory.com/image/242AD04F52B942B530A120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15762" y="3417134"/>
            <a:ext cx="3641124" cy="2366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4640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컴퓨터란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- </a:t>
            </a:r>
            <a:r>
              <a:rPr lang="ko-KR" altLang="en-US" dirty="0" err="1" smtClean="0"/>
              <a:t>스마트폰도</a:t>
            </a:r>
            <a:r>
              <a:rPr lang="ko-KR" altLang="en-US" dirty="0" smtClean="0"/>
              <a:t> </a:t>
            </a:r>
            <a:r>
              <a:rPr lang="ko-KR" altLang="en-US" dirty="0"/>
              <a:t>작은 컴퓨터 중 </a:t>
            </a:r>
            <a:r>
              <a:rPr lang="ko-KR" altLang="en-US" dirty="0" smtClean="0"/>
              <a:t>하나로</a:t>
            </a:r>
            <a:endParaRPr lang="en-US" altLang="ko-KR" dirty="0"/>
          </a:p>
          <a:p>
            <a:r>
              <a:rPr lang="ko-KR" altLang="en-US" dirty="0"/>
              <a:t>  </a:t>
            </a:r>
            <a:r>
              <a:rPr lang="ko-KR" altLang="en-US" dirty="0" err="1"/>
              <a:t>이메일</a:t>
            </a:r>
            <a:r>
              <a:rPr lang="en-US" altLang="ko-KR" dirty="0"/>
              <a:t>, </a:t>
            </a:r>
            <a:r>
              <a:rPr lang="ko-KR" altLang="en-US" dirty="0"/>
              <a:t>전화</a:t>
            </a:r>
            <a:r>
              <a:rPr lang="en-US" altLang="ko-KR" dirty="0"/>
              <a:t>, </a:t>
            </a:r>
            <a:r>
              <a:rPr lang="ko-KR" altLang="en-US" dirty="0"/>
              <a:t>게임 등 과거에는 컴퓨터로만 처리해야 하는 일들은 </a:t>
            </a:r>
            <a:endParaRPr lang="en-US" altLang="ko-KR" dirty="0"/>
          </a:p>
          <a:p>
            <a:r>
              <a:rPr lang="ko-KR" altLang="en-US" dirty="0"/>
              <a:t>  처리할 수 있어요</a:t>
            </a:r>
          </a:p>
          <a:p>
            <a:endParaRPr lang="ko-KR" altLang="en-US" dirty="0"/>
          </a:p>
        </p:txBody>
      </p:sp>
      <p:pic>
        <p:nvPicPr>
          <p:cNvPr id="1032" name="Picture 8" descr="http://ismi.or.kr/wp/wp-content/uploads/2014/10/Phones5.jp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02443" y="3930351"/>
            <a:ext cx="3120681" cy="1815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2972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프로그램이란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ko-KR" altLang="en-US" dirty="0" smtClean="0"/>
              <a:t>프로그램은 우리의 문제를 해결하거나 이야기를 표현할 수 있는 아주 좋은 도구 입니다</a:t>
            </a:r>
            <a:r>
              <a:rPr lang="en-US" altLang="ko-KR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dirty="0" smtClean="0"/>
              <a:t>정보사회에서는 컴퓨터 혹은 다른 사람과의 소통을 위한 도구가 됩니다</a:t>
            </a:r>
            <a:r>
              <a:rPr lang="en-US" altLang="ko-KR" dirty="0" smtClean="0"/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dirty="0" smtClean="0"/>
              <a:t>주위에는 많은 프로그램들이 우리를 도와주고 있지요</a:t>
            </a:r>
            <a:r>
              <a:rPr lang="en-US" altLang="ko-KR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dirty="0" smtClean="0"/>
              <a:t>우리 주위에는 어떤 프로그램이 있는지 알아볼까요</a:t>
            </a:r>
            <a:r>
              <a:rPr lang="en-US" altLang="ko-KR" dirty="0" smtClean="0"/>
              <a:t>?</a:t>
            </a:r>
          </a:p>
          <a:p>
            <a:endParaRPr lang="ko-KR" altLang="en-US" dirty="0"/>
          </a:p>
        </p:txBody>
      </p:sp>
      <p:pic>
        <p:nvPicPr>
          <p:cNvPr id="3074" name="Picture 2" descr="http://pds16.egloos.com/pds/201004/22/21/b0068521_4bcfe864ebc8a.jp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4435" y="3812118"/>
            <a:ext cx="2350444" cy="1518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92644" y="532294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문서작성 프로그램</a:t>
            </a:r>
            <a:endParaRPr lang="ko-KR" altLang="en-US"/>
          </a:p>
        </p:txBody>
      </p:sp>
      <p:pic>
        <p:nvPicPr>
          <p:cNvPr id="3076" name="Picture 4" descr="http://cfile4.uf.tistory.com/image/25306D44524B988C014683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09543" y="3624915"/>
            <a:ext cx="2350020" cy="1893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147431" y="5525936"/>
            <a:ext cx="2315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그림그리는</a:t>
            </a:r>
            <a:r>
              <a:rPr lang="ko-KR" altLang="en-US" dirty="0" smtClean="0"/>
              <a:t> 프로그램</a:t>
            </a:r>
            <a:endParaRPr lang="ko-KR" altLang="en-US" dirty="0"/>
          </a:p>
        </p:txBody>
      </p:sp>
      <p:pic>
        <p:nvPicPr>
          <p:cNvPr id="3078" name="Picture 6" descr="http://img.kr.news.samsung.com/kr/wp-content/uploads/2012/08/%EC%95%B5%EA%B7%B8%EB%A6%AC11.jpg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99429" y="3682982"/>
            <a:ext cx="2621143" cy="1734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186146" y="5525936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게임 프로그램</a:t>
            </a:r>
            <a:endParaRPr lang="ko-KR" altLang="en-US" dirty="0"/>
          </a:p>
        </p:txBody>
      </p:sp>
      <p:pic>
        <p:nvPicPr>
          <p:cNvPr id="3080" name="Picture 8" descr="http://pds25.egloos.com/pds/201211/17/59/d0005159_50a773d09be2e.png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25208" y="3706698"/>
            <a:ext cx="2663146" cy="1664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8840623" y="5477623"/>
            <a:ext cx="2367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길 찾아주는 프로그램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5581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프로그램을 만드는 프로그래머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컴퓨터 프로그래머는 </a:t>
            </a:r>
            <a:r>
              <a:rPr lang="ko-KR" altLang="en-US" dirty="0"/>
              <a:t>컴퓨터가 인식할 수 있는 언어를 사용해서 필요한 명령체계나 시스템을 만드는 일을 해요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r>
              <a:rPr lang="ko-KR" altLang="en-US" dirty="0" smtClean="0"/>
              <a:t>앞장에서 본 문서작성 프로그램</a:t>
            </a:r>
            <a:r>
              <a:rPr lang="en-US" altLang="ko-KR" dirty="0" smtClean="0"/>
              <a:t>, </a:t>
            </a:r>
            <a:r>
              <a:rPr lang="ko-KR" altLang="en-US" dirty="0" smtClean="0"/>
              <a:t>게임 프로그램을 만드는 사람이 프로그래머 입니다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2052" name="Picture 4" descr="http://bluebild.iptime.org/wiki/images/thumb/c/cd/Compiler.png/600px-Compil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0350" y="3188959"/>
            <a:ext cx="5715000" cy="2895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4548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유명한 컴퓨터 프로그래머들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smtClean="0"/>
              <a:t>- </a:t>
            </a:r>
            <a:r>
              <a:rPr lang="ko-KR" altLang="en-US" dirty="0" smtClean="0"/>
              <a:t>안철수</a:t>
            </a:r>
            <a:endParaRPr lang="en-US" altLang="ko-KR" dirty="0" smtClean="0"/>
          </a:p>
          <a:p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의사에서 컴퓨터 바이러스로 부터 컴퓨터를 고치는 백신 </a:t>
            </a:r>
            <a:r>
              <a:rPr lang="en-US" altLang="ko-KR" dirty="0" smtClean="0"/>
              <a:t>V3</a:t>
            </a:r>
            <a:r>
              <a:rPr lang="ko-KR" altLang="en-US" dirty="0" smtClean="0"/>
              <a:t>를 개발한 컴퓨터 의사 안철수 </a:t>
            </a:r>
            <a:endParaRPr lang="en-US" altLang="ko-KR" dirty="0" smtClean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smtClean="0"/>
              <a:t>- </a:t>
            </a:r>
            <a:r>
              <a:rPr lang="ko-KR" altLang="en-US" dirty="0"/>
              <a:t>마크 </a:t>
            </a:r>
            <a:r>
              <a:rPr lang="ko-KR" altLang="en-US" dirty="0" err="1"/>
              <a:t>저커버그</a:t>
            </a:r>
            <a:r>
              <a:rPr lang="ko-KR" altLang="en-US" dirty="0"/>
              <a:t> </a:t>
            </a:r>
            <a:endParaRPr lang="en-US" altLang="ko-KR" dirty="0" smtClean="0"/>
          </a:p>
          <a:p>
            <a:r>
              <a:rPr lang="en-US" altLang="ko-KR" dirty="0" smtClean="0"/>
              <a:t>: </a:t>
            </a:r>
            <a:r>
              <a:rPr lang="ko-KR" altLang="en-US" dirty="0"/>
              <a:t>요즘 유행하는 </a:t>
            </a:r>
            <a:r>
              <a:rPr lang="en-US" altLang="ko-KR" dirty="0"/>
              <a:t>SNS </a:t>
            </a:r>
            <a:r>
              <a:rPr lang="ko-KR" altLang="en-US" dirty="0"/>
              <a:t>서비스인 </a:t>
            </a:r>
            <a:r>
              <a:rPr lang="ko-KR" altLang="en-US" dirty="0" err="1"/>
              <a:t>페이스북을</a:t>
            </a:r>
            <a:r>
              <a:rPr lang="ko-KR" altLang="en-US" dirty="0"/>
              <a:t> 창시한 </a:t>
            </a:r>
            <a:r>
              <a:rPr lang="ko-KR" altLang="en-US" dirty="0" smtClean="0"/>
              <a:t>프로그래머</a:t>
            </a:r>
            <a:endParaRPr lang="en-US" altLang="ko-KR" dirty="0" smtClean="0"/>
          </a:p>
          <a:p>
            <a:r>
              <a:rPr lang="ko-KR" altLang="en-US" dirty="0" smtClean="0"/>
              <a:t>하버드 재학 중 </a:t>
            </a:r>
            <a:r>
              <a:rPr lang="ko-KR" altLang="en-US" dirty="0" err="1" smtClean="0"/>
              <a:t>페이스북서비스를</a:t>
            </a:r>
            <a:r>
              <a:rPr lang="ko-KR" altLang="en-US" dirty="0" smtClean="0"/>
              <a:t> 만들고 </a:t>
            </a:r>
            <a:endParaRPr lang="en-US" altLang="ko-KR" dirty="0" smtClean="0"/>
          </a:p>
          <a:p>
            <a:r>
              <a:rPr lang="ko-KR" altLang="en-US" dirty="0" smtClean="0"/>
              <a:t>현재 전세계에서 사용하는 서비스를 운영함  </a:t>
            </a:r>
            <a:r>
              <a:rPr lang="en-US" altLang="ko-KR" dirty="0" smtClean="0"/>
              <a:t> 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2050" name="Picture 2" descr="http://ojsfile.ohmynews.com/STD_IMG_FILE/2015/0715/IE001850778_STD.jp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24418" y="1987507"/>
            <a:ext cx="3081895" cy="2075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encrypted-tbn3.gstatic.com/images?q=tbn:ANd9GcR7HRaEKKEwfv_ujkNQVjRPvwYeDqdqgPCQzZ-YRkmNnipHt4qH4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89543" y="2066713"/>
            <a:ext cx="2552700" cy="179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1042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유명한 컴퓨터 프로그래머들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smtClean="0"/>
              <a:t>- </a:t>
            </a:r>
            <a:r>
              <a:rPr lang="ko-KR" altLang="en-US" dirty="0" err="1" smtClean="0"/>
              <a:t>빌게이츠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r>
              <a:rPr lang="en-US" altLang="ko-KR" dirty="0" smtClean="0"/>
              <a:t>: </a:t>
            </a:r>
            <a:r>
              <a:rPr lang="ko-KR" altLang="en-US" dirty="0" smtClean="0"/>
              <a:t>컴퓨터 언어 베이직을 개발하고 컴퓨터 </a:t>
            </a:r>
            <a:r>
              <a:rPr lang="ko-KR" altLang="en-US" dirty="0" err="1" smtClean="0"/>
              <a:t>운영체체</a:t>
            </a:r>
            <a:r>
              <a:rPr lang="en-US" altLang="ko-KR" dirty="0" smtClean="0"/>
              <a:t>(</a:t>
            </a:r>
            <a:r>
              <a:rPr lang="ko-KR" altLang="en-US" dirty="0" smtClean="0"/>
              <a:t>윈도우</a:t>
            </a:r>
            <a:r>
              <a:rPr lang="en-US" altLang="ko-KR" dirty="0" smtClean="0"/>
              <a:t>)</a:t>
            </a:r>
            <a:r>
              <a:rPr lang="ko-KR" altLang="en-US" dirty="0" smtClean="0"/>
              <a:t>를 만드는 마이크로 소프트 설립자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- </a:t>
            </a:r>
            <a:r>
              <a:rPr lang="ko-KR" altLang="en-US" dirty="0" err="1" smtClean="0"/>
              <a:t>앤더스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헤즐스버그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r>
              <a:rPr lang="en-US" altLang="ko-KR" dirty="0" smtClean="0"/>
              <a:t>: </a:t>
            </a:r>
            <a:r>
              <a:rPr lang="ko-KR" altLang="en-US" dirty="0" smtClean="0"/>
              <a:t>유명한 파스칼 컴파일러 개발자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개발 툴 </a:t>
            </a:r>
            <a:r>
              <a:rPr lang="ko-KR" altLang="en-US" dirty="0" err="1" smtClean="0"/>
              <a:t>델파이</a:t>
            </a:r>
            <a:r>
              <a:rPr lang="en-US" altLang="ko-KR" dirty="0" smtClean="0"/>
              <a:t>,  </a:t>
            </a:r>
            <a:r>
              <a:rPr lang="ko-KR" altLang="en-US" dirty="0" smtClean="0"/>
              <a:t>프로그램 언어 </a:t>
            </a:r>
            <a:r>
              <a:rPr lang="en-US" altLang="ko-KR" dirty="0" smtClean="0"/>
              <a:t>C# </a:t>
            </a:r>
            <a:r>
              <a:rPr lang="ko-KR" altLang="en-US" dirty="0" smtClean="0"/>
              <a:t>수석 개발자 </a:t>
            </a:r>
            <a:endParaRPr lang="ko-KR" altLang="en-US" dirty="0"/>
          </a:p>
        </p:txBody>
      </p:sp>
      <p:pic>
        <p:nvPicPr>
          <p:cNvPr id="3074" name="Picture 2" descr="http://cfile22.uf.tistory.com/image/23443C425403C7BE21B64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37038" y="1845734"/>
            <a:ext cx="3746052" cy="25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files.idg.co.kr/ciokr/anders.jp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52735" y="1845734"/>
            <a:ext cx="3196281" cy="251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0681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 smtClean="0"/>
              <a:t>프로그래머가 되려면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ko-KR" altLang="en-US" dirty="0" smtClean="0"/>
              <a:t>컴퓨터 배우기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컴퓨터의 작동원리 및 구성 요소 배우기</a:t>
            </a:r>
            <a:endParaRPr lang="en-US" altLang="ko-KR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 smtClean="0"/>
              <a:t>컴퓨터 언어 배우기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스크래치 혹은 </a:t>
            </a:r>
            <a:r>
              <a:rPr lang="ko-KR" altLang="en-US" dirty="0" err="1" smtClean="0"/>
              <a:t>엔트리를</a:t>
            </a:r>
            <a:r>
              <a:rPr lang="ko-KR" altLang="en-US" dirty="0" smtClean="0"/>
              <a:t> 통한 컴퓨터 언어 기초 배우기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쉽고 재미있게 컴퓨터 언어를 </a:t>
            </a:r>
            <a:r>
              <a:rPr lang="ko-KR" altLang="en-US" dirty="0" err="1" smtClean="0"/>
              <a:t>배울수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있는곳</a:t>
            </a:r>
            <a:r>
              <a:rPr lang="ko-KR" altLang="en-US" dirty="0" smtClean="0"/>
              <a:t>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>
                <a:hlinkClick r:id="rId2"/>
              </a:rPr>
              <a:t>http://www.playsw.or.kr</a:t>
            </a:r>
            <a:r>
              <a:rPr lang="en-US" altLang="ko-KR" dirty="0" smtClean="0">
                <a:hlinkClick r:id="rId2"/>
              </a:rPr>
              <a:t>/</a:t>
            </a:r>
            <a:r>
              <a:rPr lang="en-US" altLang="ko-KR" dirty="0" smtClean="0"/>
              <a:t>  , </a:t>
            </a:r>
            <a:r>
              <a:rPr lang="en-US" altLang="ko-KR" dirty="0">
                <a:hlinkClick r:id="rId3"/>
              </a:rPr>
              <a:t>https://play-entry.org/</a:t>
            </a: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 smtClean="0"/>
              <a:t>관련 교과목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영어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수학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8689" y="4066063"/>
            <a:ext cx="2133600" cy="75247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9548" y="4144275"/>
            <a:ext cx="1628775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641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8. </a:t>
            </a:r>
            <a:r>
              <a:rPr lang="ko-KR" altLang="en-US" dirty="0" smtClean="0"/>
              <a:t>프로그램 만들어보기 </a:t>
            </a:r>
            <a:r>
              <a:rPr lang="en-US" altLang="ko-KR" dirty="0" smtClean="0"/>
              <a:t>- </a:t>
            </a:r>
            <a:r>
              <a:rPr lang="ko-KR" altLang="en-US" dirty="0" err="1" smtClean="0"/>
              <a:t>엔트리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706"/>
          <a:stretch/>
        </p:blipFill>
        <p:spPr>
          <a:xfrm>
            <a:off x="1097280" y="1845734"/>
            <a:ext cx="9401175" cy="363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904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엔트리</a:t>
            </a:r>
            <a:r>
              <a:rPr lang="ko-KR" altLang="en-US" dirty="0" smtClean="0"/>
              <a:t> 접속하기</a:t>
            </a:r>
            <a:endParaRPr lang="ko-KR" alt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 smtClean="0"/>
              <a:t>검색엔진에서 </a:t>
            </a:r>
            <a:r>
              <a:rPr lang="en-US" altLang="ko-KR" dirty="0" smtClean="0"/>
              <a:t>“</a:t>
            </a:r>
            <a:r>
              <a:rPr lang="ko-KR" altLang="en-US" dirty="0" err="1" smtClean="0"/>
              <a:t>엔트리</a:t>
            </a:r>
            <a:r>
              <a:rPr lang="en-US" altLang="ko-KR" dirty="0" smtClean="0"/>
              <a:t>“ </a:t>
            </a:r>
            <a:r>
              <a:rPr lang="ko-KR" altLang="en-US" dirty="0" smtClean="0"/>
              <a:t>검색 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 smtClean="0"/>
              <a:t>웹 </a:t>
            </a:r>
            <a:r>
              <a:rPr lang="ko-KR" altLang="en-US" dirty="0" err="1" smtClean="0"/>
              <a:t>브라우져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주소창에</a:t>
            </a:r>
            <a:r>
              <a:rPr lang="ko-KR" altLang="en-US" dirty="0" smtClean="0"/>
              <a:t> </a:t>
            </a:r>
            <a:endParaRPr lang="en-US" altLang="ko-KR" dirty="0"/>
          </a:p>
          <a:p>
            <a:r>
              <a:rPr lang="en-US" altLang="ko-KR" dirty="0" smtClean="0">
                <a:hlinkClick r:id="rId2"/>
              </a:rPr>
              <a:t>https</a:t>
            </a:r>
            <a:r>
              <a:rPr lang="en-US" altLang="ko-KR" dirty="0">
                <a:hlinkClick r:id="rId2"/>
              </a:rPr>
              <a:t>://play-entry.org</a:t>
            </a:r>
            <a:r>
              <a:rPr lang="en-US" altLang="ko-KR" dirty="0" smtClean="0">
                <a:hlinkClick r:id="rId2"/>
              </a:rPr>
              <a:t>/</a:t>
            </a:r>
            <a:r>
              <a:rPr lang="en-US" altLang="ko-KR" dirty="0" smtClean="0"/>
              <a:t> </a:t>
            </a:r>
            <a:r>
              <a:rPr lang="ko-KR" altLang="en-US" dirty="0" smtClean="0"/>
              <a:t>입력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8636" y="2413687"/>
            <a:ext cx="3754600" cy="3114803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91264" y="2686431"/>
            <a:ext cx="4220217" cy="353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189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엔트리</a:t>
            </a:r>
            <a:r>
              <a:rPr lang="ko-KR" altLang="en-US" dirty="0" smtClean="0"/>
              <a:t> 학습하기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ko-KR" altLang="en-US" dirty="0" err="1" smtClean="0"/>
              <a:t>엔트리</a:t>
            </a:r>
            <a:r>
              <a:rPr lang="ko-KR" altLang="en-US" dirty="0" smtClean="0"/>
              <a:t> 회원가입</a:t>
            </a:r>
            <a:endParaRPr lang="en-US" altLang="ko-KR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 smtClean="0"/>
              <a:t>만들기 메뉴에서 </a:t>
            </a:r>
            <a:r>
              <a:rPr lang="ko-KR" altLang="en-US" dirty="0" err="1" smtClean="0"/>
              <a:t>새로만들기선택</a:t>
            </a:r>
            <a:endParaRPr lang="en-US" altLang="ko-KR" dirty="0" smtClean="0"/>
          </a:p>
          <a:p>
            <a:pPr marL="457200" indent="-4572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smtClean="0"/>
              <a:t>1. </a:t>
            </a:r>
            <a:r>
              <a:rPr lang="ko-KR" altLang="en-US" dirty="0" err="1" smtClean="0"/>
              <a:t>장면창</a:t>
            </a:r>
            <a:r>
              <a:rPr lang="en-US" altLang="ko-KR" dirty="0" smtClean="0"/>
              <a:t>, 2. </a:t>
            </a:r>
            <a:r>
              <a:rPr lang="ko-KR" altLang="en-US" dirty="0" err="1" smtClean="0"/>
              <a:t>오브젝트창</a:t>
            </a:r>
            <a:r>
              <a:rPr lang="en-US" altLang="ko-KR" dirty="0" smtClean="0"/>
              <a:t>, 3. </a:t>
            </a:r>
            <a:r>
              <a:rPr lang="ko-KR" altLang="en-US" dirty="0" err="1" smtClean="0"/>
              <a:t>블록창</a:t>
            </a:r>
            <a:r>
              <a:rPr lang="en-US" altLang="ko-KR" dirty="0" smtClean="0"/>
              <a:t>, </a:t>
            </a:r>
          </a:p>
          <a:p>
            <a:r>
              <a:rPr lang="en-US" altLang="ko-KR" dirty="0" smtClean="0"/>
              <a:t>4. </a:t>
            </a:r>
            <a:r>
              <a:rPr lang="ko-KR" altLang="en-US" dirty="0" smtClean="0"/>
              <a:t>코딩 창</a:t>
            </a:r>
            <a:endParaRPr lang="ko-KR" altLang="en-US" dirty="0"/>
          </a:p>
        </p:txBody>
      </p:sp>
      <p:pic>
        <p:nvPicPr>
          <p:cNvPr id="5122" name="Picture 2" descr="http://mblogthumb2.phinf.naver.net/20160218_205/mr_crazy_1455722932050RDm2p_JPEG/7.-%B8%B8%B5%E9%B1%E2.jpg?type=w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7278" y="2697354"/>
            <a:ext cx="4915925" cy="3069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://mblogthumb2.phinf.naver.net/20160218_177/mr_crazy_1455806248668iFaNc_JPEG/8.-%B8%B8%B5%E9%B1%E2-%BC%B3%B8%ED.jpg?type=w2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96085" y="1737360"/>
            <a:ext cx="4349749" cy="3156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0822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http://www.fuseliterary.com/wp-content/uploads/2014/11/Thank-You-message2_edited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72482" y="1056932"/>
            <a:ext cx="9029700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8793338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183</TotalTime>
  <Words>303</Words>
  <Application>Microsoft Office PowerPoint</Application>
  <PresentationFormat>와이드스크린</PresentationFormat>
  <Paragraphs>84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Calibri</vt:lpstr>
      <vt:lpstr>Calibri Light</vt:lpstr>
      <vt:lpstr>추억</vt:lpstr>
      <vt:lpstr>진로체험 학습</vt:lpstr>
      <vt:lpstr>목차</vt:lpstr>
      <vt:lpstr>1. 컴퓨터란?</vt:lpstr>
      <vt:lpstr>1. 컴퓨터란?</vt:lpstr>
      <vt:lpstr>2. 프로그램이란?</vt:lpstr>
      <vt:lpstr>3. 프로그램을 만드는 프로그래머</vt:lpstr>
      <vt:lpstr>4. 유명한 컴퓨터 프로그래머들</vt:lpstr>
      <vt:lpstr>4. 유명한 컴퓨터 프로그래머들</vt:lpstr>
      <vt:lpstr>6. 프로그래머가 되려면</vt:lpstr>
      <vt:lpstr>8. 프로그램 만들어보기 - 엔트리</vt:lpstr>
      <vt:lpstr>엔트리 접속하기</vt:lpstr>
      <vt:lpstr>엔트리 학습하기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yhcho</dc:creator>
  <cp:lastModifiedBy>Windows 사용자</cp:lastModifiedBy>
  <cp:revision>66</cp:revision>
  <dcterms:created xsi:type="dcterms:W3CDTF">2016-06-09T07:19:39Z</dcterms:created>
  <dcterms:modified xsi:type="dcterms:W3CDTF">2021-07-05T03:28:32Z</dcterms:modified>
</cp:coreProperties>
</file>